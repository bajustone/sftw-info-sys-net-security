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77B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Study on Signcryption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Advances and Practical Deployment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246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BAHATI Justin  |  AHISHAKIYE Muhumure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Information and Network Security  |  March 29,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Sign-then-Encrypt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2801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60020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51760" y="1371600"/>
            <a:ext cx="1463040" cy="82296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Sign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(sk_A)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002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1371600"/>
            <a:ext cx="1463040" cy="82296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Encrypt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(pk_B)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29400" y="1719072"/>
            <a:ext cx="54864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00200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06640" y="1463040"/>
            <a:ext cx="12801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40664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(c, sig)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65176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modular exponentiations required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2926080"/>
            <a:ext cx="2697480" cy="45720"/>
          </a:xfrm>
          <a:prstGeom prst="rect">
            <a:avLst/>
          </a:prstGeom>
          <a:solidFill>
            <a:srgbClr val="FCD34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Computational Cost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3566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1536-bit moduli, demands six expensive modular exponentiations across two separate operations.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926080"/>
            <a:ext cx="2697480" cy="45720"/>
          </a:xfrm>
          <a:prstGeom prst="rect">
            <a:avLst/>
          </a:prstGeom>
          <a:solidFill>
            <a:srgbClr val="FCD34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089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Overhead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83280" y="3566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includes ciphertext plus appended signature, creating massive payload overhead exceeding 50% of message length.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26080"/>
            <a:ext cx="2697480" cy="45720"/>
          </a:xfrm>
          <a:prstGeom prst="rect">
            <a:avLst/>
          </a:prstGeom>
          <a:solidFill>
            <a:srgbClr val="FCD34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089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Vulnerabilities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63640" y="35661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Encrypt-then-Sign is vulnerable to surreptitious forwarding attacks where Eve re-signs Alice's ciphertext.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Signcryption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6459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Unified Primitive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public-key cryptographic primitive providing message confidentiality and sender authentication simultaneously in a single logical step. By reusing key exchange components from signing for encryption, signcryption eliminates redundant exponentiations.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188720"/>
            <a:ext cx="3474720" cy="137160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0" y="118872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1264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Savings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778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modular exponentiations vs 6 for StE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03520" y="2834640"/>
            <a:ext cx="3474720" cy="137160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834640"/>
            <a:ext cx="54864" cy="1371600"/>
          </a:xfrm>
          <a:prstGeom prst="rect">
            <a:avLst/>
          </a:prstGeom>
          <a:solidFill>
            <a:srgbClr val="FCD34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0175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612648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Savings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57784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separate signature appendix in output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864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Signcryption Flow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3794760"/>
            <a:ext cx="1005840" cy="502920"/>
          </a:xfrm>
          <a:prstGeom prst="rect">
            <a:avLst/>
          </a:prstGeom>
          <a:solidFill>
            <a:srgbClr val="1A2B45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37947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904488"/>
            <a:ext cx="228600" cy="2286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2057400" y="3703320"/>
            <a:ext cx="1645920" cy="6858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3" name="Text 18"/>
          <p:cNvSpPr/>
          <p:nvPr/>
        </p:nvSpPr>
        <p:spPr>
          <a:xfrm>
            <a:off x="205740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Signcrypt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(sk_A, pk_B)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904488"/>
            <a:ext cx="228600" cy="2286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206240" y="3794760"/>
            <a:ext cx="731520" cy="502920"/>
          </a:xfrm>
          <a:prstGeom prst="rect">
            <a:avLst/>
          </a:prstGeom>
          <a:solidFill>
            <a:srgbClr val="1A2B45"/>
          </a:solidFill>
          <a:ln/>
        </p:spPr>
      </p:sp>
      <p:sp>
        <p:nvSpPr>
          <p:cNvPr id="26" name="Text 20"/>
          <p:cNvSpPr/>
          <p:nvPr/>
        </p:nvSpPr>
        <p:spPr>
          <a:xfrm>
            <a:off x="4206240" y="3794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Data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402336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Signcryption 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728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194560"/>
            <a:ext cx="4572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1874520"/>
            <a:ext cx="1645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sk_A + Bob's pk_B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2697480"/>
            <a:ext cx="27432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63040" y="3154680"/>
            <a:ext cx="2286000" cy="6400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shared key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+ MAC in one step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3886200"/>
            <a:ext cx="27432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4297680"/>
            <a:ext cx="2286000" cy="3200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(c, r, 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280160"/>
            <a:ext cx="402336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280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Unsigncryption Process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965960"/>
            <a:ext cx="109728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194560"/>
            <a:ext cx="4572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1874520"/>
            <a:ext cx="1645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sk_B + Alice's pk_A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43800" y="2697480"/>
            <a:ext cx="27432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Shape 25"/>
          <p:cNvSpPr/>
          <p:nvPr/>
        </p:nvSpPr>
        <p:spPr>
          <a:xfrm>
            <a:off x="5852160" y="3154680"/>
            <a:ext cx="2286000" cy="6400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message payload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3886200"/>
            <a:ext cx="27432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0" y="4297680"/>
            <a:ext cx="228600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message 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Security Properties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6459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2697480" cy="18745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874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411480" cy="4114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2435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97280" y="1508760"/>
            <a:ext cx="640080" cy="20116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IND-CCA2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48640" y="18288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intended recipient can read the message, maintaining secrecy even under chosen ciphertext attacks.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697480" cy="18745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51560"/>
            <a:ext cx="54864" cy="1874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1"/>
          <p:cNvSpPr/>
          <p:nvPr/>
        </p:nvSpPr>
        <p:spPr>
          <a:xfrm>
            <a:off x="3429000" y="1188720"/>
            <a:ext cx="411480" cy="4114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24358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977640" y="1508760"/>
            <a:ext cx="640080" cy="20116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4"/>
          <p:cNvSpPr/>
          <p:nvPr/>
        </p:nvSpPr>
        <p:spPr>
          <a:xfrm>
            <a:off x="3977640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EUF-CMA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429000" y="18288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verifies sender identity using their private key, preventing malicious forgery.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051560"/>
            <a:ext cx="2697480" cy="18745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051560"/>
            <a:ext cx="54864" cy="1874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18"/>
          <p:cNvSpPr/>
          <p:nvPr/>
        </p:nvSpPr>
        <p:spPr>
          <a:xfrm>
            <a:off x="6309360" y="1188720"/>
            <a:ext cx="411480" cy="4114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243584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309360" y="18288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modification to the ciphertext causes unsigncryption verification to fail immediately.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65760" y="3108960"/>
            <a:ext cx="4023360" cy="16459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310896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Shape 23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64992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8872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Non-repudiation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864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third-party judge can independently verify message authorship without the receiver's private key.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754880" y="3108960"/>
            <a:ext cx="4023360" cy="16459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754880" y="310896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Shape 28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3364992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5778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Secrecy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7955280" y="3337560"/>
            <a:ext cx="640080" cy="2286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8" name="Text 31"/>
          <p:cNvSpPr/>
          <p:nvPr/>
        </p:nvSpPr>
        <p:spPr>
          <a:xfrm>
            <a:off x="7955280" y="3337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493776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IBC schemes protect past communications even if long-term identity keys are later compromised.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 of Signcryption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9572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234440"/>
            <a:ext cx="1554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Zheng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scheme based on DLP; massive efficiency gains but no formal proofs.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239572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297180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94560" y="3986784"/>
            <a:ext cx="155448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 Variant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327355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Zheng-Imai extended to elliptic curves; 58% computation and 40% bandwidth savings.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43400" y="239572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123444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86200" y="1234440"/>
            <a:ext cx="1554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Proofs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7764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Baek et al. provided first rigorous security proofs (IND-CCA2, EUF-CMA) in ROM.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239572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297180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3986784"/>
            <a:ext cx="155448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Identity-Based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27355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Boyen's IBC scheme using bilinear pairings; adds forward secrecy, eliminates PKI.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26680" y="239572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69480" y="1234440"/>
            <a:ext cx="1554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69480" y="1234440"/>
            <a:ext cx="15544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ISO/IEC 29150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standardization, marking maturity for industrial and government use.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6459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16459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447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 of Things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medical wearables and sensors operating under severe battery and memory constraints. Signcryption's efficiency is operationally decisive in IoMT and VANETs.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32588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4447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Email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0644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signcryption uses email addresses directly as public keys, simplifying legacy PKI overhead and certificate management.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926080"/>
            <a:ext cx="4023360" cy="16459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315468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7355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&amp; Crypto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3566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improves transaction throughput by reducing the overall cost of network cryptography. Combines authentication and encryption in a single operation.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15468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27355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E-Government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806440" y="3566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29150 standardization supports deployment in government and financial systems requiring certified security primitives.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9748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Post-Quantum Vulnerability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schemes rely on DLP or pairings, rendering them highly vulnerable to Shor's algorithm. Sato-Shikata (2018) is the only lattice-based construction but remains under study.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325880"/>
            <a:ext cx="269748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Oracle Dependency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26517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proven schemes rely entirely on the Random Oracle Model (ROM), which does not perfectly translate to real-world security guarantees. Standard-model proofs are needed.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325880"/>
            <a:ext cx="269748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54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Ecosystem Inertia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26517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 accelerators (AES-NI, CryptoCell) have erased signcryption's theoretical efficiency advantages on modern platforms. No major library implements it natively.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Gradient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251960"/>
            <a:ext cx="12344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4251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TLS/HTTPS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965960" y="4251960"/>
            <a:ext cx="12344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18"/>
          <p:cNvSpPr/>
          <p:nvPr/>
        </p:nvSpPr>
        <p:spPr>
          <a:xfrm>
            <a:off x="1965960" y="4251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383280" y="4251960"/>
            <a:ext cx="1234440" cy="3200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5" name="Text 20"/>
          <p:cNvSpPr/>
          <p:nvPr/>
        </p:nvSpPr>
        <p:spPr>
          <a:xfrm>
            <a:off x="3383280" y="4251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800600" y="4251960"/>
            <a:ext cx="1234440" cy="32004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7" name="Text 22"/>
          <p:cNvSpPr/>
          <p:nvPr/>
        </p:nvSpPr>
        <p:spPr>
          <a:xfrm>
            <a:off x="4800600" y="4251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VANETs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217920" y="4251960"/>
            <a:ext cx="123444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4"/>
          <p:cNvSpPr/>
          <p:nvPr/>
        </p:nvSpPr>
        <p:spPr>
          <a:xfrm>
            <a:off x="6217920" y="4251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IoMT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7635240" y="4251960"/>
            <a:ext cx="123444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6"/>
          <p:cNvSpPr/>
          <p:nvPr/>
        </p:nvSpPr>
        <p:spPr>
          <a:xfrm>
            <a:off x="7635240" y="42519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4864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adoption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731520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adoption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3200400" y="4617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resource constraints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 of Schemes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645920" cy="27432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822960"/>
                <a:gridCol w="822960"/>
                <a:gridCol w="731520"/>
                <a:gridCol w="1234440"/>
                <a:gridCol w="12344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Unforgeability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vs StE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Zheng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50%/85%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Zheng-Imai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 (EC)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ECDLP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58%/40%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Steinfeld-Zheng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 proof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Baek et al.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GDH/DLP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IND-CCA2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EUF-CMA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Zheng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et al.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sUF-CMA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Malone-Lee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ID-based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IND-ISC-CCA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EF-ISC-ACMA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pair.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ID-based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IND-CCA2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EUF-CMA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Sato-Shikata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LWE/SIS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IND-CCA2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EUF-CMA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study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the review paper analysis of 8 key signcryption schemes (1997–2018)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77B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Sources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www.vecteezy.com — Digital lock, email, microchip imagery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www.forvismazars.us — Security concept imagery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pngtree.com — Decentralized network rendering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www.craiyon.com — AI-generated illustration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diagrams in this presentation are original constructions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474720"/>
            <a:ext cx="3657600" cy="1188720"/>
          </a:xfrm>
          <a:prstGeom prst="rect">
            <a:avLst/>
          </a:prstGeom>
          <a:solidFill>
            <a:srgbClr val="1A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3474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BAHATI Justin  |  AHISHAKIYE Muhumure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Study on Signcryption</dc:title>
  <dc:subject>PptxGenJS Presentation</dc:subject>
  <dc:creator>BAHATI Justin</dc:creator>
  <cp:lastModifiedBy>BAHATI Justin</cp:lastModifiedBy>
  <cp:revision>1</cp:revision>
  <dcterms:created xsi:type="dcterms:W3CDTF">2026-04-04T08:41:10Z</dcterms:created>
  <dcterms:modified xsi:type="dcterms:W3CDTF">2026-04-04T08:41:10Z</dcterms:modified>
</cp:coreProperties>
</file>